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0" autoAdjust="0"/>
    <p:restoredTop sz="94660"/>
  </p:normalViewPr>
  <p:slideViewPr>
    <p:cSldViewPr snapToGrid="0">
      <p:cViewPr>
        <p:scale>
          <a:sx n="150" d="100"/>
          <a:sy n="150" d="100"/>
        </p:scale>
        <p:origin x="-1563" y="-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2DFD-3350-9245-61AE-4D3D4411F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4BAE8-C8F5-B0F2-FF88-684025274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1A044-B681-E992-4084-F2C8DAD2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0ED91-1441-6293-03DF-3895F262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4ACCA-C877-9AE1-891F-EB7953AF7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884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F69D-8CE1-74D6-D7D7-244ECA6A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8E4FC-3952-3B81-0B2D-2878BBB07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9F103-525A-DFCE-2EDD-15703E57C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26A82-7504-4B3A-6E9F-2C522159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20AF5-A652-AD7F-39EF-F4015E779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66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7635C-6190-CC14-9531-816BC48ED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41540-5807-7629-03B7-3DB44D721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50596-2647-8B8C-08F9-63E1881A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CB208-60EF-6591-9AA0-8CC7E67C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D78DA-124C-E80C-2666-7F53D0F4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5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F0F72-B28F-3411-303B-70B0458D5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055CB-CAB8-A617-D266-87C38D6655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4CA949-9D2F-B98B-D969-0E2F83DC4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3A66B-3C5F-334A-24DA-D49F2CA6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5DB13-8878-4A3F-1971-3C579758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C3B7C-DA22-3C32-5E04-FDDF882B9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10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65E4-FC05-3453-E2F6-018121B97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D5B639-9774-90D3-4E29-7C8972E12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8C7FF-C3C0-37C9-A59D-2E42F33B3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840CE4-F5EB-B34F-D1E9-98497A8C48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16816B-455E-3487-DD3E-1028BBD480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A2723C-EC16-2A15-5625-9205800E4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C5755-C9EA-4A6A-D8D0-B4F278C91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D026C2-57C1-CE5E-7716-5606B0676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60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4E17B-1333-EDA3-540B-FB4101AB5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DD276-B84D-BCFE-5837-A0287913F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6E6C4-9C6D-5C31-AF38-1DE2BC782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8753B-F312-6682-F128-2A6AACAB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162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E14EF-D9CB-42E0-E443-5C23D6AAD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88684E-7FFF-D842-A543-8F221A42E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794A8-DC48-6C1E-D646-D0BCB6B5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47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A332-C808-F44D-0213-720536771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71579-FD98-3FAF-0E81-0E83B4F0B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B02C4-A3D8-DAAC-13B0-8CCE5DA5C6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862E5-959C-B061-B1CF-C3AD6B78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0DE1BC-DB88-4F04-FBC3-C6B57046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D48D9-225E-6043-883F-A35D571F4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98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4737F-3AF0-199C-FDD1-84ACB450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20A262-55EB-EC4E-D506-ED3698673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3492A-9743-2AE4-5A8E-7B411F0C1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20D1C-9628-FB5C-710C-0CA6001D5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55503-0AF4-BB30-C5E1-A472C278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2B281-13BC-6C6D-445F-DD3EE959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81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118A7-D1FF-C0A4-7A8E-CF96BE138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0D5DA4-5AC7-3A79-0EA3-D0360AFD90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F7396-2CA9-9C47-DBFE-9A6DE58F8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E890-270B-988E-1EC5-3333373EF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DAFBF-8489-1213-A05A-F9475C1E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89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43C5BB-FBCF-8D11-1129-7E1FFF939E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A14B44-11C7-55EB-8E61-B25D05F31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57239-3AE1-A594-0394-574F7F3FE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DE3AC0-E8BC-4EB2-989E-6498B43A7D7A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AB60F-5039-0F39-2BB6-BBBAFD79F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474D4-6BAB-A980-4466-A0F1BB5B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86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1FA6CD-F990-202F-3DC2-1734969A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60EBC-F8B8-157B-076D-AE7685E15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4106D-3C00-B6CF-6440-9DA151718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DE3AC0-E8BC-4EB2-989E-6498B43A7D7A}" type="datetimeFigureOut">
              <a:rPr lang="en-US" smtClean="0"/>
              <a:t>5/9/2025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40039-CAAE-D1D7-5E21-C8A0570FB1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87CEC-C050-3412-D23B-EDCA92D021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584D3-71DE-438C-8148-C81019502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84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373D10A0-3D29-6634-5AB7-1B49F4F4FE8D}"/>
              </a:ext>
            </a:extLst>
          </p:cNvPr>
          <p:cNvGrpSpPr/>
          <p:nvPr/>
        </p:nvGrpSpPr>
        <p:grpSpPr>
          <a:xfrm>
            <a:off x="4882302" y="2328106"/>
            <a:ext cx="2427396" cy="2201788"/>
            <a:chOff x="4293383" y="1805429"/>
            <a:chExt cx="2427396" cy="220178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2234A04-1739-68BF-EEF0-5A245BADB89C}"/>
                </a:ext>
              </a:extLst>
            </p:cNvPr>
            <p:cNvSpPr/>
            <p:nvPr/>
          </p:nvSpPr>
          <p:spPr>
            <a:xfrm>
              <a:off x="4293383" y="2256003"/>
              <a:ext cx="1751214" cy="17512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CDB97E9-DEC7-FFB7-ED6C-F8DE96BEBF78}"/>
                </a:ext>
              </a:extLst>
            </p:cNvPr>
            <p:cNvSpPr/>
            <p:nvPr/>
          </p:nvSpPr>
          <p:spPr>
            <a:xfrm>
              <a:off x="4969565" y="1805429"/>
              <a:ext cx="1751214" cy="175121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EFCA730-B5F0-0CE7-6A16-F95B78BBBC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3383" y="1805429"/>
              <a:ext cx="676182" cy="4505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1355EC8-5769-317E-09D0-1997C67A13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4597" y="1805429"/>
              <a:ext cx="676182" cy="4505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14F5C7D-67AF-2B0B-B278-35E7A3C902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4597" y="3556643"/>
              <a:ext cx="676182" cy="4505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05C3CC9-B3FF-AB47-91DB-2E1A76A19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3383" y="3556643"/>
              <a:ext cx="676182" cy="45057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E4FC1DB-8D65-F549-8636-0E9A4C88E4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3383" y="2699388"/>
              <a:ext cx="676182" cy="450574"/>
            </a:xfrm>
            <a:prstGeom prst="line">
              <a:avLst/>
            </a:prstGeom>
            <a:ln w="19050" cap="flat" cmpd="sng" algn="ctr">
              <a:solidFill>
                <a:schemeClr val="bg2">
                  <a:lumMod val="9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CCD74B1-BDC3-3ACA-611F-9AF369E3BE63}"/>
                </a:ext>
              </a:extLst>
            </p:cNvPr>
            <p:cNvCxnSpPr>
              <a:cxnSpLocks/>
            </p:cNvCxnSpPr>
            <p:nvPr/>
          </p:nvCxnSpPr>
          <p:spPr>
            <a:xfrm>
              <a:off x="4969565" y="2699388"/>
              <a:ext cx="1751214" cy="0"/>
            </a:xfrm>
            <a:prstGeom prst="line">
              <a:avLst/>
            </a:prstGeom>
            <a:ln w="19050" cap="flat" cmpd="sng" algn="ctr">
              <a:solidFill>
                <a:schemeClr val="bg2">
                  <a:lumMod val="9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0B7D9FC-AA51-B1AD-BB77-BC3ACF6E5E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4597" y="2699388"/>
              <a:ext cx="676182" cy="450574"/>
            </a:xfrm>
            <a:prstGeom prst="line">
              <a:avLst/>
            </a:prstGeom>
            <a:ln w="19050" cap="flat" cmpd="sng" algn="ctr">
              <a:solidFill>
                <a:schemeClr val="bg2">
                  <a:lumMod val="9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EB95E96-4516-B650-71B2-462760E82F4A}"/>
                </a:ext>
              </a:extLst>
            </p:cNvPr>
            <p:cNvCxnSpPr>
              <a:cxnSpLocks/>
              <a:stCxn id="4" idx="0"/>
              <a:endCxn id="4" idx="2"/>
            </p:cNvCxnSpPr>
            <p:nvPr/>
          </p:nvCxnSpPr>
          <p:spPr>
            <a:xfrm>
              <a:off x="5168990" y="2256003"/>
              <a:ext cx="0" cy="1751214"/>
            </a:xfrm>
            <a:prstGeom prst="line">
              <a:avLst/>
            </a:prstGeom>
            <a:ln w="19050" cap="flat" cmpd="sng" algn="ctr">
              <a:solidFill>
                <a:schemeClr val="bg2">
                  <a:lumMod val="9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0D88E2D-F106-FFC6-F8A1-5ACD700EE668}"/>
                </a:ext>
              </a:extLst>
            </p:cNvPr>
            <p:cNvCxnSpPr>
              <a:cxnSpLocks/>
            </p:cNvCxnSpPr>
            <p:nvPr/>
          </p:nvCxnSpPr>
          <p:spPr>
            <a:xfrm>
              <a:off x="4293383" y="3149962"/>
              <a:ext cx="1751214" cy="0"/>
            </a:xfrm>
            <a:prstGeom prst="line">
              <a:avLst/>
            </a:prstGeom>
            <a:ln w="19050" cap="flat" cmpd="sng" algn="ctr">
              <a:solidFill>
                <a:schemeClr val="bg2">
                  <a:lumMod val="9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4E9D8FB-E66A-6E63-0C35-B17E88EBE227}"/>
                </a:ext>
              </a:extLst>
            </p:cNvPr>
            <p:cNvCxnSpPr>
              <a:stCxn id="4" idx="0"/>
              <a:endCxn id="5" idx="0"/>
            </p:cNvCxnSpPr>
            <p:nvPr/>
          </p:nvCxnSpPr>
          <p:spPr>
            <a:xfrm flipV="1">
              <a:off x="5168990" y="1805429"/>
              <a:ext cx="676182" cy="450574"/>
            </a:xfrm>
            <a:prstGeom prst="line">
              <a:avLst/>
            </a:prstGeom>
            <a:ln w="19050" cap="flat" cmpd="sng" algn="ctr">
              <a:solidFill>
                <a:schemeClr val="bg2">
                  <a:lumMod val="9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260EA52-FF48-BBCE-694D-0D87203DC5F0}"/>
                </a:ext>
              </a:extLst>
            </p:cNvPr>
            <p:cNvCxnSpPr/>
            <p:nvPr/>
          </p:nvCxnSpPr>
          <p:spPr>
            <a:xfrm>
              <a:off x="4657725" y="2014538"/>
              <a:ext cx="1752600" cy="0"/>
            </a:xfrm>
            <a:prstGeom prst="line">
              <a:avLst/>
            </a:prstGeom>
            <a:ln w="19050" cap="flat" cmpd="sng" algn="ctr">
              <a:solidFill>
                <a:schemeClr val="bg2">
                  <a:lumMod val="9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C0A46C7-BEAB-2387-0FDB-0A6766059E95}"/>
                </a:ext>
              </a:extLst>
            </p:cNvPr>
            <p:cNvCxnSpPr>
              <a:cxnSpLocks/>
            </p:cNvCxnSpPr>
            <p:nvPr/>
          </p:nvCxnSpPr>
          <p:spPr>
            <a:xfrm>
              <a:off x="5829386" y="1805429"/>
              <a:ext cx="0" cy="1751214"/>
            </a:xfrm>
            <a:prstGeom prst="line">
              <a:avLst/>
            </a:prstGeom>
            <a:ln w="19050" cap="flat" cmpd="sng" algn="ctr">
              <a:solidFill>
                <a:schemeClr val="bg2">
                  <a:lumMod val="9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31A070E-690E-A728-1FBD-065C33D2D717}"/>
                </a:ext>
              </a:extLst>
            </p:cNvPr>
            <p:cNvCxnSpPr>
              <a:cxnSpLocks/>
            </p:cNvCxnSpPr>
            <p:nvPr/>
          </p:nvCxnSpPr>
          <p:spPr>
            <a:xfrm>
              <a:off x="6427877" y="1994066"/>
              <a:ext cx="0" cy="1751214"/>
            </a:xfrm>
            <a:prstGeom prst="line">
              <a:avLst/>
            </a:prstGeom>
            <a:ln w="19050" cap="flat" cmpd="sng" algn="ctr">
              <a:solidFill>
                <a:schemeClr val="bg2">
                  <a:lumMod val="9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48CF8F1-E5D4-B657-B776-47CBC5035B45}"/>
                </a:ext>
              </a:extLst>
            </p:cNvPr>
            <p:cNvCxnSpPr>
              <a:cxnSpLocks/>
            </p:cNvCxnSpPr>
            <p:nvPr/>
          </p:nvCxnSpPr>
          <p:spPr>
            <a:xfrm>
              <a:off x="4659402" y="2014538"/>
              <a:ext cx="0" cy="1751214"/>
            </a:xfrm>
            <a:prstGeom prst="line">
              <a:avLst/>
            </a:prstGeom>
            <a:ln w="19050" cap="flat" cmpd="sng" algn="ctr">
              <a:solidFill>
                <a:schemeClr val="bg2">
                  <a:lumMod val="9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35B1707-771A-1C29-D7B0-382D8B39BB81}"/>
                </a:ext>
              </a:extLst>
            </p:cNvPr>
            <p:cNvCxnSpPr/>
            <p:nvPr/>
          </p:nvCxnSpPr>
          <p:spPr>
            <a:xfrm flipV="1">
              <a:off x="5168990" y="3556642"/>
              <a:ext cx="676182" cy="450574"/>
            </a:xfrm>
            <a:prstGeom prst="line">
              <a:avLst/>
            </a:prstGeom>
            <a:ln w="19050" cap="flat" cmpd="sng" algn="ctr">
              <a:solidFill>
                <a:schemeClr val="bg2">
                  <a:lumMod val="9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A98034F-6CD6-6790-1F31-A1EAA4DB36C2}"/>
                </a:ext>
              </a:extLst>
            </p:cNvPr>
            <p:cNvCxnSpPr/>
            <p:nvPr/>
          </p:nvCxnSpPr>
          <p:spPr>
            <a:xfrm>
              <a:off x="4657725" y="3765751"/>
              <a:ext cx="1752600" cy="0"/>
            </a:xfrm>
            <a:prstGeom prst="line">
              <a:avLst/>
            </a:prstGeom>
            <a:ln w="19050" cap="flat" cmpd="sng" algn="ctr">
              <a:solidFill>
                <a:schemeClr val="bg2">
                  <a:lumMod val="90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8524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gaksy_gy</dc:creator>
  <cp:lastModifiedBy>gaksy_gy</cp:lastModifiedBy>
  <cp:revision>1</cp:revision>
  <dcterms:created xsi:type="dcterms:W3CDTF">2025-05-09T01:23:30Z</dcterms:created>
  <dcterms:modified xsi:type="dcterms:W3CDTF">2025-05-09T01:30:13Z</dcterms:modified>
</cp:coreProperties>
</file>