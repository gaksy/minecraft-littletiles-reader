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87" d="100"/>
          <a:sy n="87" d="100"/>
        </p:scale>
        <p:origin x="66" y="6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B0CFC-93D1-FE3D-5653-435FFE118E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A83781-963B-700B-8BB7-BF05E812BF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F6E43-FF71-2D30-7FD7-CF5F43370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034CF-F89F-4693-99EC-A8E2AC1C008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362D2-7DA9-79AC-0106-5A62009FF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41918-A09C-3B7F-9E84-DAF0C6A2D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0DA4-F1F6-41B3-B659-2AB2DE270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550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2C01A-F6E4-064E-858C-D17AD13F9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6E219-3797-D671-8D85-12A5D76EE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80F60-BED8-214B-8D0C-8F405AF0E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034CF-F89F-4693-99EC-A8E2AC1C008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C32A3-892E-1BAD-0360-E1EC23FCF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AAC75-CF58-F156-BB80-FC67071FD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0DA4-F1F6-41B3-B659-2AB2DE270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677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D6EF6-36AD-6887-A486-A14DCFE48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0DA61-0D84-FBF6-A9F4-E09D88B30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658AE-ECDE-C17D-3BEB-7B3FF762F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034CF-F89F-4693-99EC-A8E2AC1C008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0A94B-EC11-B78A-DC8E-263B71209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EA1B5-B80F-1CEF-AE47-23D283A55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0DA4-F1F6-41B3-B659-2AB2DE270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610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B2B95-EB75-3368-9ABE-BC42E789D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3602E-C984-DF25-6968-060B6BC789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FD89B-5B22-C976-3687-FA23AC207D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86E2F8-2901-7DE3-F40F-6B861386E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034CF-F89F-4693-99EC-A8E2AC1C008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631489-9A44-0494-5D8C-86D2A8648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D509AD-9933-32DA-FFB0-1D8ED48A6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0DA4-F1F6-41B3-B659-2AB2DE270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089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E55DD-FAED-95B7-2B42-2A1BDBFCF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247ED6-7E7F-8FED-CAFD-AC61EE026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0DB980-E161-691B-80A0-6C58BE4E5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C60C05-62E8-DADD-B05A-4E10CC7045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ACBF71-9373-2626-7EC9-C81D446141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CF42F1-94A6-D309-23F2-40DAF5CB3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034CF-F89F-4693-99EC-A8E2AC1C008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2B5EA7-C387-6FE9-D56B-282B372B2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10A8F5-E388-C336-E834-C4072748C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0DA4-F1F6-41B3-B659-2AB2DE270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382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10573-AAD6-E80B-066A-D918520BF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C6B9C4-710C-D08F-46F4-35451FE67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034CF-F89F-4693-99EC-A8E2AC1C008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BC454C-DB03-257B-3AF1-6733B156E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FA04A8-E99A-6252-2C42-C87EDBBAB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0DA4-F1F6-41B3-B659-2AB2DE270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855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F52DBA-B861-93D0-C19A-4A1A0EA04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034CF-F89F-4693-99EC-A8E2AC1C008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EF774F-374F-FF27-B8D5-00DA6A23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1F04DC-44FE-934F-16D6-239C5E1B6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0DA4-F1F6-41B3-B659-2AB2DE270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603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7C1C5-C638-9C5E-41B3-31CFE0994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C5577-14AA-CBE1-9224-A8C8967A0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4D6DD6-024A-AB05-5C68-40627CAC1C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5906D-6D68-AC21-4FC9-28248637C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034CF-F89F-4693-99EC-A8E2AC1C008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74E907-933C-7355-DCCD-63EA39E4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52F38D-543E-7127-C138-BDA02FF24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0DA4-F1F6-41B3-B659-2AB2DE270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860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B45A8-6197-C308-70F7-7DEE00B6B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EE73A6-84CE-E4FA-94BE-831E95A9E8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07BACE-C137-C75E-9421-1F2AAA723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113958-3CCF-04AB-4A24-21A0656E8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034CF-F89F-4693-99EC-A8E2AC1C008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961361-EA91-EA04-DA3C-76ECF1D90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80251E-FA1F-15FE-CC77-05A5BFD94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0DA4-F1F6-41B3-B659-2AB2DE270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46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0E3A-ACD5-91A9-962E-7F4F66553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AC6425-3EBC-315A-A759-C7FFDFF57F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34EE7-8206-0088-CED9-DB015230A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034CF-F89F-4693-99EC-A8E2AC1C008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CDA37-F722-B774-3EC0-87FDBCFF7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C824D-3889-6CD9-64F8-67CF3D768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0DA4-F1F6-41B3-B659-2AB2DE270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581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39710B-A577-F4B0-5457-F3510F2D51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42BEDF-44BF-63F3-390A-D794E3291A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C2344-CC45-C41A-AC61-01EFC5878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034CF-F89F-4693-99EC-A8E2AC1C008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45287-4727-F156-2065-9C425246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97E72-5C57-D387-0CAF-534BAE233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0DA4-F1F6-41B3-B659-2AB2DE270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32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2C73CE-35F7-7502-8DD5-9BF751281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9264E-B287-A7AE-8D2B-011755743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A05E3-D8A6-6FDA-4060-819F7C76FB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3034CF-F89F-4693-99EC-A8E2AC1C008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0D710-C538-1351-ACB3-882796AE6A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3BFB1-5E2E-8F4D-A754-937060C26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EA0DA4-F1F6-41B3-B659-2AB2DE270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91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74BDBD-BB92-DDD1-9B21-6F2A6F1150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491873"/>
              </p:ext>
            </p:extLst>
          </p:nvPr>
        </p:nvGraphicFramePr>
        <p:xfrm>
          <a:off x="3810000" y="1143000"/>
          <a:ext cx="4572000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2531">
                  <a:extLst>
                    <a:ext uri="{9D8B030D-6E8A-4147-A177-3AD203B41FA5}">
                      <a16:colId xmlns:a16="http://schemas.microsoft.com/office/drawing/2014/main" val="1995551877"/>
                    </a:ext>
                  </a:extLst>
                </a:gridCol>
                <a:gridCol w="582531">
                  <a:extLst>
                    <a:ext uri="{9D8B030D-6E8A-4147-A177-3AD203B41FA5}">
                      <a16:colId xmlns:a16="http://schemas.microsoft.com/office/drawing/2014/main" val="882445379"/>
                    </a:ext>
                  </a:extLst>
                </a:gridCol>
                <a:gridCol w="582531">
                  <a:extLst>
                    <a:ext uri="{9D8B030D-6E8A-4147-A177-3AD203B41FA5}">
                      <a16:colId xmlns:a16="http://schemas.microsoft.com/office/drawing/2014/main" val="3661197677"/>
                    </a:ext>
                  </a:extLst>
                </a:gridCol>
                <a:gridCol w="582531">
                  <a:extLst>
                    <a:ext uri="{9D8B030D-6E8A-4147-A177-3AD203B41FA5}">
                      <a16:colId xmlns:a16="http://schemas.microsoft.com/office/drawing/2014/main" val="4080860118"/>
                    </a:ext>
                  </a:extLst>
                </a:gridCol>
                <a:gridCol w="582531">
                  <a:extLst>
                    <a:ext uri="{9D8B030D-6E8A-4147-A177-3AD203B41FA5}">
                      <a16:colId xmlns:a16="http://schemas.microsoft.com/office/drawing/2014/main" val="2952134421"/>
                    </a:ext>
                  </a:extLst>
                </a:gridCol>
                <a:gridCol w="582531">
                  <a:extLst>
                    <a:ext uri="{9D8B030D-6E8A-4147-A177-3AD203B41FA5}">
                      <a16:colId xmlns:a16="http://schemas.microsoft.com/office/drawing/2014/main" val="628773812"/>
                    </a:ext>
                  </a:extLst>
                </a:gridCol>
                <a:gridCol w="538407">
                  <a:extLst>
                    <a:ext uri="{9D8B030D-6E8A-4147-A177-3AD203B41FA5}">
                      <a16:colId xmlns:a16="http://schemas.microsoft.com/office/drawing/2014/main" val="1093363550"/>
                    </a:ext>
                  </a:extLst>
                </a:gridCol>
                <a:gridCol w="538407">
                  <a:extLst>
                    <a:ext uri="{9D8B030D-6E8A-4147-A177-3AD203B41FA5}">
                      <a16:colId xmlns:a16="http://schemas.microsoft.com/office/drawing/2014/main" val="101814853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106842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29874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05664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652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51975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872538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317291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4657350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7DE2903-E895-3F75-E7DE-FE8B3B6BDE3C}"/>
              </a:ext>
            </a:extLst>
          </p:cNvPr>
          <p:cNvCxnSpPr/>
          <p:nvPr/>
        </p:nvCxnSpPr>
        <p:spPr>
          <a:xfrm>
            <a:off x="6139805" y="661167"/>
            <a:ext cx="0" cy="5557581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8601E24-B6D6-81E2-1CFD-6EF42CC64039}"/>
              </a:ext>
            </a:extLst>
          </p:cNvPr>
          <p:cNvCxnSpPr>
            <a:cxnSpLocks/>
          </p:cNvCxnSpPr>
          <p:nvPr/>
        </p:nvCxnSpPr>
        <p:spPr>
          <a:xfrm>
            <a:off x="3388391" y="3445432"/>
            <a:ext cx="5657050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65D1915-764D-487F-46D1-BB25FC465A01}"/>
                  </a:ext>
                </a:extLst>
              </p:cNvPr>
              <p:cNvSpPr txBox="1"/>
              <p:nvPr/>
            </p:nvSpPr>
            <p:spPr>
              <a:xfrm>
                <a:off x="2418958" y="3116791"/>
                <a:ext cx="969433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West </a:t>
                </a:r>
                <a:r>
                  <a:rPr lang="zh-CN" altLang="en-US"/>
                  <a:t>西</a:t>
                </a:r>
                <a:endParaRPr lang="en-US" altLang="zh-CN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65D1915-764D-487F-46D1-BB25FC465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8958" y="3116791"/>
                <a:ext cx="969433" cy="738664"/>
              </a:xfrm>
              <a:prstGeom prst="rect">
                <a:avLst/>
              </a:prstGeom>
              <a:blipFill>
                <a:blip r:embed="rId2"/>
                <a:stretch>
                  <a:fillRect l="-5660" t="-4132" r="-4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95F458A-BA12-E593-C25F-7249E8FD3F81}"/>
                  </a:ext>
                </a:extLst>
              </p:cNvPr>
              <p:cNvSpPr txBox="1"/>
              <p:nvPr/>
            </p:nvSpPr>
            <p:spPr>
              <a:xfrm>
                <a:off x="5655088" y="6224223"/>
                <a:ext cx="1048685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South </a:t>
                </a:r>
                <a:r>
                  <a:rPr lang="zh-CN" altLang="en-US"/>
                  <a:t>南</a:t>
                </a:r>
                <a:endParaRPr lang="en-US" altLang="zh-CN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95F458A-BA12-E593-C25F-7249E8FD3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5088" y="6224223"/>
                <a:ext cx="1048685" cy="738664"/>
              </a:xfrm>
              <a:prstGeom prst="rect">
                <a:avLst/>
              </a:prstGeom>
              <a:blipFill>
                <a:blip r:embed="rId3"/>
                <a:stretch>
                  <a:fillRect l="-5233" t="-4132" r="-4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8BB0A86-5B5B-2107-B557-627BA4212F76}"/>
                  </a:ext>
                </a:extLst>
              </p:cNvPr>
              <p:cNvSpPr txBox="1"/>
              <p:nvPr/>
            </p:nvSpPr>
            <p:spPr>
              <a:xfrm>
                <a:off x="9045441" y="3116791"/>
                <a:ext cx="934295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East </a:t>
                </a:r>
                <a:r>
                  <a:rPr lang="zh-CN" altLang="en-US"/>
                  <a:t>东</a:t>
                </a:r>
                <a:endParaRPr lang="en-US" altLang="zh-CN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8BB0A86-5B5B-2107-B557-627BA4212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5441" y="3116791"/>
                <a:ext cx="934295" cy="738664"/>
              </a:xfrm>
              <a:prstGeom prst="rect">
                <a:avLst/>
              </a:prstGeom>
              <a:blipFill>
                <a:blip r:embed="rId4"/>
                <a:stretch>
                  <a:fillRect l="-5882" t="-4132" r="-13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15850F1-3269-79A7-D614-C8B987C15D99}"/>
                  </a:ext>
                </a:extLst>
              </p:cNvPr>
              <p:cNvSpPr txBox="1"/>
              <p:nvPr/>
            </p:nvSpPr>
            <p:spPr>
              <a:xfrm>
                <a:off x="5655089" y="-65856"/>
                <a:ext cx="1048684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North </a:t>
                </a:r>
                <a:r>
                  <a:rPr lang="zh-CN" altLang="en-US"/>
                  <a:t>北</a:t>
                </a:r>
                <a:endParaRPr lang="en-US" altLang="zh-CN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15850F1-3269-79A7-D614-C8B987C15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5089" y="-65856"/>
                <a:ext cx="1048684" cy="738664"/>
              </a:xfrm>
              <a:prstGeom prst="rect">
                <a:avLst/>
              </a:prstGeom>
              <a:blipFill>
                <a:blip r:embed="rId5"/>
                <a:stretch>
                  <a:fillRect l="-5233" t="-4132" r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7988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16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gaksy_gy</dc:creator>
  <cp:lastModifiedBy>gaksy_gy</cp:lastModifiedBy>
  <cp:revision>1</cp:revision>
  <dcterms:created xsi:type="dcterms:W3CDTF">2025-05-06T08:34:14Z</dcterms:created>
  <dcterms:modified xsi:type="dcterms:W3CDTF">2025-05-06T08:43:36Z</dcterms:modified>
</cp:coreProperties>
</file>