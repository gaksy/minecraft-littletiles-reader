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11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49AB1-C15F-1487-E187-503C3BC56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D5130-8269-F10A-94EC-D1E27D96C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535C7-2487-2E7D-3332-9CC6AA85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914C-B711-4671-A9E4-8D12A187CB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D9BD4-8225-EAF8-209C-174853742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9D569-0A20-74BB-2970-3BE5C789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A43B4-1869-45E1-9186-BC376EBFD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18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4C78-1EAD-B902-9B52-1FE26DA3B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993F6-125B-687E-5A8B-EE9BFE69B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31B20-C19F-8BFD-07D0-60FDCFC18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914C-B711-4671-A9E4-8D12A187CB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E89B5-B843-F7E7-3C27-339D0702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98BD9-7403-B847-D8A7-4E8677FB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A43B4-1869-45E1-9186-BC376EBFD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8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B774-27F0-2E20-A70C-A9DB3A01F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32529-C334-A810-F848-ABF71F884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FFDBC-8093-2FBA-6A3C-12E6979ED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914C-B711-4671-A9E4-8D12A187CB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FCC9B-4518-2584-2C6D-4ABBE602F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4A3B-AC27-17DB-1DE8-C653F44F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A43B4-1869-45E1-9186-BC376EBFD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8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7905C-B6A4-342F-3840-24465FD38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F40F0-1589-3EAC-1610-7452D0228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D6026-01F6-FD38-D617-B5F166008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80ABE-F822-D938-EF10-D7617C5E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914C-B711-4671-A9E4-8D12A187CB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E5825-9D87-0718-E126-63CC0D7F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2F591-F2EE-A848-C906-156FC2DA5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A43B4-1869-45E1-9186-BC376EBFD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49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13E3E-62AB-9167-2F42-E8D13A97D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32F44-3EA2-5A8A-6026-13A45EBC7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95663-77DF-73E7-634F-9D75DD9E0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F0AA8-BCC4-E130-09DB-D0C2B0FF0C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756A1D-1646-FAA8-C018-B077241D34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A7EF94-6D57-38BC-2692-B84CA4D68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914C-B711-4671-A9E4-8D12A187CB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63ECF9-CB4A-B03C-BD36-2803B460B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8E19C2-1CB5-EEAA-F7F5-82B4D28A4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A43B4-1869-45E1-9186-BC376EBFD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04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7E900-E633-5D93-0F77-69C6E7FF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741CC8-D45F-C420-F6E1-B39C99EC2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914C-B711-4671-A9E4-8D12A187CB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658AF-48FD-2A3E-7C39-D0DBF4E2E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E89D2-38E4-28E6-AD35-342ABF449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A43B4-1869-45E1-9186-BC376EBFD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152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F30663-5C45-90B2-35E9-F175B028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914C-B711-4671-A9E4-8D12A187CB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6D2BDC-9F7E-9F44-E940-B8B74BEB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F165C-1134-D01D-0D99-3A2751C3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A43B4-1869-45E1-9186-BC376EBFD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933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9220-875F-2788-1BCB-A4753132D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FDCE6-16F9-73C3-35FC-5DAE1D873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14400-EA8C-7731-FBAB-66A93FAEE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49CB0-0130-DBD7-CC44-86354E3D4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914C-B711-4671-A9E4-8D12A187CB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62F0EF-EC99-3EE5-B02D-967C96F7F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AE4A4-99E9-9E43-82AF-EE0BA5D94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A43B4-1869-45E1-9186-BC376EBFD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3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1C6FC-B8B0-74B0-963C-539A39D95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110DE5-7FFE-C996-AEE1-897BDFF8EB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037A12-7EA5-0D17-B673-601895870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4D5E9-EE28-D7F6-C50A-711A5613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914C-B711-4671-A9E4-8D12A187CB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3943C-E6AC-9464-6FAA-C1C50EFF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1456E-43FB-46FA-9BB1-0E7B9003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A43B4-1869-45E1-9186-BC376EBFD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093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0FC04-DF11-A7CE-0A91-71ADF4659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276DE6-C267-809F-4D69-726996104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AFF69-C90C-5D28-9E4E-61A75131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914C-B711-4671-A9E4-8D12A187CB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1ECEE-12A5-56AB-69CC-B82BC39E3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700B0-5B5C-B4EB-AAF2-F029FCFA0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A43B4-1869-45E1-9186-BC376EBFD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2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E1AA1-986E-C5C3-19C1-5ACFA7F19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337B0-4922-3C10-9961-46F6B097E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57CE0-A351-88FE-FDDD-5D21CF6A9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914C-B711-4671-A9E4-8D12A187CB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2536B-FEA5-9F0B-2F2D-65950E179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348BE-4E5B-5052-69D4-27987E22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A43B4-1869-45E1-9186-BC376EBFD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96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353B3E-45B8-F0E1-F7D5-031AA811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D1302-4E98-225D-FE17-C1DB8F6DB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63C03-5230-8A1B-F834-A22423367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2914C-B711-4671-A9E4-8D12A187CB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5ACCC-57E6-7619-4028-1CC5720CB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66F7F-554B-7A77-D720-7BDD320C3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9A43B4-1869-45E1-9186-BC376EBFD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8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C23E3DDF-744A-E59A-49A1-70D2C0FE417A}"/>
              </a:ext>
            </a:extLst>
          </p:cNvPr>
          <p:cNvGrpSpPr/>
          <p:nvPr/>
        </p:nvGrpSpPr>
        <p:grpSpPr>
          <a:xfrm>
            <a:off x="4783740" y="1454018"/>
            <a:ext cx="2803627" cy="3358388"/>
            <a:chOff x="3674326" y="439944"/>
            <a:chExt cx="2803627" cy="33583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E752BB2-B8BF-9C62-CEA6-61339E138360}"/>
                </a:ext>
              </a:extLst>
            </p:cNvPr>
            <p:cNvSpPr/>
            <p:nvPr/>
          </p:nvSpPr>
          <p:spPr>
            <a:xfrm>
              <a:off x="3858322" y="1275700"/>
              <a:ext cx="959005" cy="9590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D09B1D6-6CB3-5172-C714-08F21713FF9F}"/>
                </a:ext>
              </a:extLst>
            </p:cNvPr>
            <p:cNvGrpSpPr/>
            <p:nvPr/>
          </p:nvGrpSpPr>
          <p:grpSpPr>
            <a:xfrm>
              <a:off x="3858321" y="1275700"/>
              <a:ext cx="1918011" cy="1918010"/>
              <a:chOff x="3858321" y="1275700"/>
              <a:chExt cx="1918011" cy="191801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E5F852F-D339-2DE7-6AA4-92927C8087D1}"/>
                  </a:ext>
                </a:extLst>
              </p:cNvPr>
              <p:cNvSpPr/>
              <p:nvPr/>
            </p:nvSpPr>
            <p:spPr>
              <a:xfrm>
                <a:off x="4817327" y="1275700"/>
                <a:ext cx="959005" cy="959005"/>
              </a:xfrm>
              <a:prstGeom prst="rect">
                <a:avLst/>
              </a:prstGeom>
              <a:noFill/>
              <a:ln>
                <a:solidFill>
                  <a:schemeClr val="tx1">
                    <a:alpha val="29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CCEF08F-4493-FFD0-17CD-1494C460F736}"/>
                  </a:ext>
                </a:extLst>
              </p:cNvPr>
              <p:cNvSpPr/>
              <p:nvPr/>
            </p:nvSpPr>
            <p:spPr>
              <a:xfrm>
                <a:off x="4817327" y="2234705"/>
                <a:ext cx="959005" cy="959005"/>
              </a:xfrm>
              <a:prstGeom prst="rect">
                <a:avLst/>
              </a:prstGeom>
              <a:noFill/>
              <a:ln>
                <a:solidFill>
                  <a:schemeClr val="tx1">
                    <a:alpha val="29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751622D-D616-D6DB-A354-27A8986492DA}"/>
                  </a:ext>
                </a:extLst>
              </p:cNvPr>
              <p:cNvSpPr/>
              <p:nvPr/>
            </p:nvSpPr>
            <p:spPr>
              <a:xfrm>
                <a:off x="3858321" y="2234705"/>
                <a:ext cx="959005" cy="959005"/>
              </a:xfrm>
              <a:prstGeom prst="rect">
                <a:avLst/>
              </a:prstGeom>
              <a:noFill/>
              <a:ln>
                <a:solidFill>
                  <a:schemeClr val="tx1">
                    <a:alpha val="29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7C81C40-39CC-75B3-EC3D-00A5219BAD7A}"/>
                </a:ext>
              </a:extLst>
            </p:cNvPr>
            <p:cNvGrpSpPr/>
            <p:nvPr/>
          </p:nvGrpSpPr>
          <p:grpSpPr>
            <a:xfrm>
              <a:off x="3674326" y="1060450"/>
              <a:ext cx="2479675" cy="2430463"/>
              <a:chOff x="3674326" y="1060450"/>
              <a:chExt cx="2479675" cy="2430463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504E5F3-E8F3-E5A4-E99E-FC22B9AE06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4326" y="1275700"/>
                <a:ext cx="24796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22533997-7E04-C417-9CF1-1CB4EE5201B6}"/>
                  </a:ext>
                </a:extLst>
              </p:cNvPr>
              <p:cNvCxnSpPr/>
              <p:nvPr/>
            </p:nvCxnSpPr>
            <p:spPr>
              <a:xfrm>
                <a:off x="3858320" y="1060450"/>
                <a:ext cx="0" cy="24304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74B701E-8A5E-B7CE-F943-72250482E78F}"/>
                </a:ext>
              </a:extLst>
            </p:cNvPr>
            <p:cNvSpPr/>
            <p:nvPr/>
          </p:nvSpPr>
          <p:spPr>
            <a:xfrm>
              <a:off x="3833268" y="1250648"/>
              <a:ext cx="50104" cy="501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5B0DB9D-AB4F-3D4B-A51B-70E49C5C434C}"/>
                    </a:ext>
                  </a:extLst>
                </p:cNvPr>
                <p:cNvSpPr txBox="1"/>
                <p:nvPr/>
              </p:nvSpPr>
              <p:spPr>
                <a:xfrm>
                  <a:off x="6096000" y="1065982"/>
                  <a:ext cx="3615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5B0DB9D-AB4F-3D4B-A51B-70E49C5C43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1065982"/>
                  <a:ext cx="361574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F50CCC3-07BD-E9D2-8791-D9A9BAB591DF}"/>
                    </a:ext>
                  </a:extLst>
                </p:cNvPr>
                <p:cNvSpPr txBox="1"/>
                <p:nvPr/>
              </p:nvSpPr>
              <p:spPr>
                <a:xfrm>
                  <a:off x="3674326" y="3429000"/>
                  <a:ext cx="3649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F50CCC3-07BD-E9D2-8791-D9A9BAB591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4326" y="3429000"/>
                  <a:ext cx="364972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Flowchart: Merge 25">
              <a:extLst>
                <a:ext uri="{FF2B5EF4-FFF2-40B4-BE49-F238E27FC236}">
                  <a16:creationId xmlns:a16="http://schemas.microsoft.com/office/drawing/2014/main" id="{FFCF8636-6F2D-782E-2939-53263FEDAEE9}"/>
                </a:ext>
              </a:extLst>
            </p:cNvPr>
            <p:cNvSpPr/>
            <p:nvPr/>
          </p:nvSpPr>
          <p:spPr>
            <a:xfrm flipV="1">
              <a:off x="6245224" y="784223"/>
              <a:ext cx="117287" cy="171451"/>
            </a:xfrm>
            <a:prstGeom prst="flowChartMerg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E8B400E-AEB7-DCEF-C68A-103C80C5FD6B}"/>
                </a:ext>
              </a:extLst>
            </p:cNvPr>
            <p:cNvSpPr txBox="1"/>
            <p:nvPr/>
          </p:nvSpPr>
          <p:spPr>
            <a:xfrm>
              <a:off x="6129781" y="439944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0650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Ksy Ga</dc:creator>
  <cp:lastModifiedBy>Ksy Ga</cp:lastModifiedBy>
  <cp:revision>1</cp:revision>
  <dcterms:created xsi:type="dcterms:W3CDTF">2025-05-06T11:59:10Z</dcterms:created>
  <dcterms:modified xsi:type="dcterms:W3CDTF">2025-05-06T12:06:00Z</dcterms:modified>
</cp:coreProperties>
</file>