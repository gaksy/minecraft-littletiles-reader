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2DFD-3350-9245-61AE-4D3D4411F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4BAE8-C8F5-B0F2-FF88-684025274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1A044-B681-E992-4084-F2C8DAD2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0ED91-1441-6293-03DF-3895F262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4ACCA-C877-9AE1-891F-EB7953AF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8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F69D-8CE1-74D6-D7D7-244ECA6A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8E4FC-3952-3B81-0B2D-2878BBB07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9F103-525A-DFCE-2EDD-15703E57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6A82-7504-4B3A-6E9F-2C522159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20AF5-A652-AD7F-39EF-F4015E77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66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7635C-6190-CC14-9531-816BC48ED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41540-5807-7629-03B7-3DB44D721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50596-2647-8B8C-08F9-63E1881A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B208-60EF-6591-9AA0-8CC7E67C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D78DA-124C-E80C-2666-7F53D0F4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5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F0F72-B28F-3411-303B-70B0458D5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055CB-CAB8-A617-D266-87C38D665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CA949-9D2F-B98B-D969-0E2F83DC4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3A66B-3C5F-334A-24DA-D49F2CA6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5DB13-8878-4A3F-1971-3C579758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C3B7C-DA22-3C32-5E04-FDDF882B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1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65E4-FC05-3453-E2F6-018121B97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5B639-9774-90D3-4E29-7C8972E12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8C7FF-C3C0-37C9-A59D-2E42F33B3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840CE4-F5EB-B34F-D1E9-98497A8C4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16816B-455E-3487-DD3E-1028BBD48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2723C-EC16-2A15-5625-9205800E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C5755-C9EA-4A6A-D8D0-B4F278C9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D026C2-57C1-CE5E-7716-5606B067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6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E17B-1333-EDA3-540B-FB4101AB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DD276-B84D-BCFE-5837-A0287913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6E6C4-9C6D-5C31-AF38-1DE2BC782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8753B-F312-6682-F128-2A6AACAB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62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E14EF-D9CB-42E0-E443-5C23D6AAD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8684E-7FFF-D842-A543-8F221A42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794A8-DC48-6C1E-D646-D0BCB6B5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7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A332-C808-F44D-0213-720536771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71579-FD98-3FAF-0E81-0E83B4F0B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B02C4-A3D8-DAAC-13B0-8CCE5DA5C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862E5-959C-B061-B1CF-C3AD6B78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DE1BC-DB88-4F04-FBC3-C6B57046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D48D9-225E-6043-883F-A35D571F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98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737F-3AF0-199C-FDD1-84ACB450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20A262-55EB-EC4E-D506-ED369867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3492A-9743-2AE4-5A8E-7B411F0C1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20D1C-9628-FB5C-710C-0CA6001D5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55503-0AF4-BB30-C5E1-A472C278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2B281-13BC-6C6D-445F-DD3EE959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8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18A7-D1FF-C0A4-7A8E-CF96BE13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D5DA4-5AC7-3A79-0EA3-D0360AFD9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F7396-2CA9-9C47-DBFE-9A6DE58F8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E890-270B-988E-1EC5-3333373E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DAFBF-8489-1213-A05A-F9475C1E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9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43C5BB-FBCF-8D11-1129-7E1FFF939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14B44-11C7-55EB-8E61-B25D05F31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57239-3AE1-A594-0394-574F7F3FE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AB60F-5039-0F39-2BB6-BBBAFD79F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74D4-6BAB-A980-4466-A0F1BB5B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86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1FA6CD-F990-202F-3DC2-1734969A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60EBC-F8B8-157B-076D-AE7685E15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4106D-3C00-B6CF-6440-9DA151718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E3AC0-E8BC-4EB2-989E-6498B43A7D7A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40039-CAAE-D1D7-5E21-C8A0570FB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87CEC-C050-3412-D23B-EDCA92D02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8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CABE55DE-7230-088D-8873-E039A2BBF5C7}"/>
              </a:ext>
            </a:extLst>
          </p:cNvPr>
          <p:cNvGrpSpPr/>
          <p:nvPr/>
        </p:nvGrpSpPr>
        <p:grpSpPr>
          <a:xfrm>
            <a:off x="3728676" y="1470975"/>
            <a:ext cx="4734647" cy="3631468"/>
            <a:chOff x="3407469" y="1418588"/>
            <a:chExt cx="4734647" cy="363146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73D10A0-3D29-6634-5AB7-1B49F4F4FE8D}"/>
                </a:ext>
              </a:extLst>
            </p:cNvPr>
            <p:cNvGrpSpPr/>
            <p:nvPr/>
          </p:nvGrpSpPr>
          <p:grpSpPr>
            <a:xfrm>
              <a:off x="4882302" y="2328106"/>
              <a:ext cx="2427396" cy="2201788"/>
              <a:chOff x="4293383" y="1805429"/>
              <a:chExt cx="2427396" cy="220178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234A04-1739-68BF-EEF0-5A245BADB89C}"/>
                  </a:ext>
                </a:extLst>
              </p:cNvPr>
              <p:cNvSpPr/>
              <p:nvPr/>
            </p:nvSpPr>
            <p:spPr>
              <a:xfrm>
                <a:off x="4293383" y="2256003"/>
                <a:ext cx="1751214" cy="175121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DB97E9-DEC7-FFB7-ED6C-F8DE96BEBF78}"/>
                  </a:ext>
                </a:extLst>
              </p:cNvPr>
              <p:cNvSpPr/>
              <p:nvPr/>
            </p:nvSpPr>
            <p:spPr>
              <a:xfrm>
                <a:off x="4969565" y="1805429"/>
                <a:ext cx="1751214" cy="175121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EFCA730-B5F0-0CE7-6A16-F95B78BBBC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3383" y="1805429"/>
                <a:ext cx="676182" cy="45057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1355EC8-5769-317E-09D0-1997C67A13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44597" y="1805429"/>
                <a:ext cx="676182" cy="45057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14F5C7D-67AF-2B0B-B278-35E7A3C902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44597" y="3556643"/>
                <a:ext cx="676182" cy="45057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05C3CC9-B3FF-AB47-91DB-2E1A76A19E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3383" y="3556643"/>
                <a:ext cx="676182" cy="45057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E4FC1DB-8D65-F549-8636-0E9A4C88E4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3383" y="2699388"/>
                <a:ext cx="676182" cy="450574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CCD74B1-BDC3-3ACA-611F-9AF369E3BE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9565" y="2699388"/>
                <a:ext cx="1751214" cy="0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0B7D9FC-AA51-B1AD-BB77-BC3ACF6E5E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44597" y="2699388"/>
                <a:ext cx="676182" cy="450574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EB95E96-4516-B650-71B2-462760E82F4A}"/>
                  </a:ext>
                </a:extLst>
              </p:cNvPr>
              <p:cNvCxnSpPr>
                <a:cxnSpLocks/>
                <a:stCxn id="4" idx="0"/>
                <a:endCxn id="4" idx="2"/>
              </p:cNvCxnSpPr>
              <p:nvPr/>
            </p:nvCxnSpPr>
            <p:spPr>
              <a:xfrm>
                <a:off x="5168990" y="2256003"/>
                <a:ext cx="0" cy="1751214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0D88E2D-F106-FFC6-F8A1-5ACD700EE6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383" y="3149962"/>
                <a:ext cx="1751214" cy="0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4E9D8FB-E66A-6E63-0C35-B17E88EBE227}"/>
                  </a:ext>
                </a:extLst>
              </p:cNvPr>
              <p:cNvCxnSpPr>
                <a:stCxn id="4" idx="0"/>
                <a:endCxn id="5" idx="0"/>
              </p:cNvCxnSpPr>
              <p:nvPr/>
            </p:nvCxnSpPr>
            <p:spPr>
              <a:xfrm flipV="1">
                <a:off x="5168990" y="1805429"/>
                <a:ext cx="676182" cy="450574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260EA52-FF48-BBCE-694D-0D87203DC5F0}"/>
                  </a:ext>
                </a:extLst>
              </p:cNvPr>
              <p:cNvCxnSpPr/>
              <p:nvPr/>
            </p:nvCxnSpPr>
            <p:spPr>
              <a:xfrm>
                <a:off x="4657725" y="2014538"/>
                <a:ext cx="1752600" cy="0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7C0A46C7-BEAB-2387-0FDB-0A6766059E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9386" y="1805429"/>
                <a:ext cx="0" cy="1751214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31A070E-690E-A728-1FBD-065C33D2D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27877" y="1994066"/>
                <a:ext cx="0" cy="1751214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48CF8F1-E5D4-B657-B776-47CBC5035B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9402" y="2014538"/>
                <a:ext cx="0" cy="1751214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35B1707-771A-1C29-D7B0-382D8B39BB81}"/>
                  </a:ext>
                </a:extLst>
              </p:cNvPr>
              <p:cNvCxnSpPr/>
              <p:nvPr/>
            </p:nvCxnSpPr>
            <p:spPr>
              <a:xfrm flipV="1">
                <a:off x="5168990" y="3556642"/>
                <a:ext cx="676182" cy="450574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A98034F-6CD6-6790-1F31-A1EAA4DB36C2}"/>
                  </a:ext>
                </a:extLst>
              </p:cNvPr>
              <p:cNvCxnSpPr/>
              <p:nvPr/>
            </p:nvCxnSpPr>
            <p:spPr>
              <a:xfrm>
                <a:off x="4657725" y="3765751"/>
                <a:ext cx="1752600" cy="0"/>
              </a:xfrm>
              <a:prstGeom prst="line">
                <a:avLst/>
              </a:prstGeom>
              <a:ln w="19050" cap="flat" cmpd="sng" algn="ctr">
                <a:solidFill>
                  <a:schemeClr val="bg2">
                    <a:lumMod val="9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2AEA760-43D1-3FD1-E1BC-3687D2D0D38D}"/>
                </a:ext>
              </a:extLst>
            </p:cNvPr>
            <p:cNvCxnSpPr/>
            <p:nvPr/>
          </p:nvCxnSpPr>
          <p:spPr>
            <a:xfrm>
              <a:off x="5558484" y="4079319"/>
              <a:ext cx="25504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D2A1C2C-8028-98ED-55CD-DFF6A0617DAF}"/>
                </a:ext>
              </a:extLst>
            </p:cNvPr>
            <p:cNvCxnSpPr/>
            <p:nvPr/>
          </p:nvCxnSpPr>
          <p:spPr>
            <a:xfrm flipH="1">
              <a:off x="4283075" y="4079319"/>
              <a:ext cx="1275409" cy="8514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43A5A3A-2C31-45DE-F464-E34E863D07DA}"/>
                </a:ext>
              </a:extLst>
            </p:cNvPr>
            <p:cNvCxnSpPr/>
            <p:nvPr/>
          </p:nvCxnSpPr>
          <p:spPr>
            <a:xfrm flipV="1">
              <a:off x="5558484" y="1517650"/>
              <a:ext cx="0" cy="25616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43C070F-A070-3DC5-B9FC-DE358726A173}"/>
                    </a:ext>
                  </a:extLst>
                </p:cNvPr>
                <p:cNvSpPr txBox="1"/>
                <p:nvPr/>
              </p:nvSpPr>
              <p:spPr>
                <a:xfrm>
                  <a:off x="3407469" y="4403725"/>
                  <a:ext cx="77136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/>
                </a:p>
                <a:p>
                  <a:r>
                    <a:rPr lang="en-US"/>
                    <a:t>South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43C070F-A070-3DC5-B9FC-DE358726A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7469" y="4403725"/>
                  <a:ext cx="771365" cy="646331"/>
                </a:xfrm>
                <a:prstGeom prst="rect">
                  <a:avLst/>
                </a:prstGeom>
                <a:blipFill>
                  <a:blip r:embed="rId2"/>
                  <a:stretch>
                    <a:fillRect l="-7143" r="-7143" b="-150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5FF2394-A214-108A-826A-06DA9A0FEBCF}"/>
                    </a:ext>
                  </a:extLst>
                </p:cNvPr>
                <p:cNvSpPr txBox="1"/>
                <p:nvPr/>
              </p:nvSpPr>
              <p:spPr>
                <a:xfrm>
                  <a:off x="7509122" y="4374614"/>
                  <a:ext cx="63299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/>
                </a:p>
                <a:p>
                  <a:r>
                    <a:rPr lang="en-US"/>
                    <a:t>East</a:t>
                  </a: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5FF2394-A214-108A-826A-06DA9A0FE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9122" y="4374614"/>
                  <a:ext cx="632994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8738" r="-5825" b="-150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D3326B2-D688-9D74-2CEB-7B7E0B1247AA}"/>
                    </a:ext>
                  </a:extLst>
                </p:cNvPr>
                <p:cNvSpPr txBox="1"/>
                <p:nvPr/>
              </p:nvSpPr>
              <p:spPr>
                <a:xfrm>
                  <a:off x="5735053" y="1418588"/>
                  <a:ext cx="63299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/>
                </a:p>
                <a:p>
                  <a:r>
                    <a:rPr lang="en-US"/>
                    <a:t>Up</a:t>
                  </a: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D3326B2-D688-9D74-2CEB-7B7E0B124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053" y="1418588"/>
                  <a:ext cx="632994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7692" b="-150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8524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gaksy_gy</dc:creator>
  <cp:lastModifiedBy>gaksy_gy</cp:lastModifiedBy>
  <cp:revision>3</cp:revision>
  <dcterms:created xsi:type="dcterms:W3CDTF">2025-05-09T01:23:30Z</dcterms:created>
  <dcterms:modified xsi:type="dcterms:W3CDTF">2025-05-12T08:18:32Z</dcterms:modified>
</cp:coreProperties>
</file>